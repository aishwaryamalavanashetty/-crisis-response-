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Rapid Crisis Response Open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AI-powered emergency response system</a:t>
            </a:r>
          </a:p>
          <a:p>
            <a:pPr/>
            <a:r>
              <a:t>Real-time coordination using open innovation</a:t>
            </a:r>
          </a:p>
          <a:p>
            <a:pPr/>
            <a:r>
              <a:t>Team: CrisisTech Innovators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Delayed emergency response</a:t>
            </a:r>
          </a:p>
          <a:p>
            <a:pPr/>
            <a:r>
              <a:t>Lack of coordination between services</a:t>
            </a:r>
          </a:p>
          <a:p>
            <a:pPr/>
            <a:r>
              <a:t>No real-time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+ crowdsourced emergency reporting</a:t>
            </a:r>
          </a:p>
          <a:p>
            <a:pPr/>
            <a:r>
              <a:t>Real-time data processing</a:t>
            </a:r>
          </a:p>
          <a:p>
            <a:pPr/>
            <a:r>
              <a:t>Faster and smarter response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SOS alerts with live location</a:t>
            </a:r>
          </a:p>
          <a:p>
            <a:pPr/>
            <a:r>
              <a:t>AI-based incident classification</a:t>
            </a:r>
          </a:p>
          <a:p>
            <a:pPr/>
            <a:r>
              <a:t>Live monitoring dashboard</a:t>
            </a:r>
          </a:p>
          <a:p>
            <a:pPr/>
            <a:r>
              <a:t>Multi-language chatbot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reports emergency</a:t>
            </a:r>
          </a:p>
          <a:p>
            <a:pPr/>
            <a:r>
              <a:t>Data sent to cloud</a:t>
            </a:r>
          </a:p>
          <a:p>
            <a:pPr/>
            <a:r>
              <a:t>AI analyzes severity</a:t>
            </a:r>
          </a:p>
          <a:p>
            <a:pPr/>
            <a:r>
              <a:t>Priority assigned</a:t>
            </a:r>
          </a:p>
          <a:p>
            <a:pPr/>
            <a:r>
              <a:t>Responders notified</a:t>
            </a:r>
          </a:p>
          <a:p>
            <a:pPr/>
            <a:r>
              <a:t>Crisis resolved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App / Web Interface</a:t>
            </a:r>
          </a:p>
          <a:p>
            <a:pPr/>
            <a:r>
              <a:t>API Gateway</a:t>
            </a:r>
          </a:p>
          <a:p>
            <a:pPr/>
            <a:r>
              <a:t>Cloud Backend (GCP)</a:t>
            </a:r>
          </a:p>
          <a:p>
            <a:pPr/>
            <a:r>
              <a:t>AI Model (Gemini)</a:t>
            </a:r>
          </a:p>
          <a:p>
            <a:pPr/>
            <a:r>
              <a:t>Database</a:t>
            </a:r>
          </a:p>
          <a:p>
            <a:pPr/>
            <a:r>
              <a:t>Admin Dashboard</a:t>
            </a:r>
          </a:p>
          <a:p>
            <a:pPr/>
            <a:r>
              <a:t>Emergency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Flutter / Web</a:t>
            </a:r>
          </a:p>
          <a:p>
            <a:pPr/>
            <a:r>
              <a:t>Backend: Node.js / Firebase</a:t>
            </a:r>
          </a:p>
          <a:p>
            <a:pPr/>
            <a:r>
              <a:t>AI: Google Gemini</a:t>
            </a:r>
          </a:p>
          <a:p>
            <a:pPr/>
            <a:r>
              <a:t>Cloud: Google Cloud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Estimated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Cloud: ₹5,000 - ₹10,000/month</a:t>
            </a:r>
          </a:p>
          <a:p>
            <a:pPr/>
            <a:r>
              <a:t>Development: ₹20,000</a:t>
            </a:r>
          </a:p>
          <a:p>
            <a:pPr/>
            <a:r>
              <a:t>Tools/APIs: ₹5,000</a:t>
            </a:r>
          </a:p>
          <a:p>
            <a:pPr/>
            <a:r>
              <a:t>Total: ₹30,000 - ₹40,000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Predictive analytics</a:t>
            </a:r>
          </a:p>
          <a:p>
            <a:pPr/>
            <a:r>
              <a:t>Drone-based rescue</a:t>
            </a:r>
          </a:p>
          <a:p>
            <a:pPr/>
            <a:r>
              <a:t>Government integration</a:t>
            </a:r>
          </a:p>
          <a:p>
            <a:pPr/>
            <a:r>
              <a:t>IoT sensors for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(What to Show)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Open app</a:t>
            </a:r>
          </a:p>
          <a:p>
            <a:pPr/>
            <a:r>
              <a:t>Click SOS / report emergency</a:t>
            </a:r>
          </a:p>
          <a:p>
            <a:pPr/>
            <a:r>
              <a:t>Show AI response</a:t>
            </a:r>
          </a:p>
          <a:p>
            <a:pPr/>
            <a:r>
              <a:t>Show dashboard</a:t>
            </a:r>
          </a:p>
          <a:p>
            <a:pPr/>
            <a:r>
              <a:t>Explain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Questions?</a:t>
            </a:r>
          </a:p>
          <a:p>
            <a:pPr/>
            <a:r>
              <a:t>Team CrisisTech Innovators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